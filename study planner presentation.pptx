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8"/>
  </p:notesMasterIdLst>
  <p:sldIdLst>
    <p:sldId id="256" r:id="rId5"/>
    <p:sldId id="2146847054" r:id="rId6"/>
    <p:sldId id="262" r:id="rId7"/>
    <p:sldId id="265" r:id="rId8"/>
    <p:sldId id="266" r:id="rId9"/>
    <p:sldId id="2146847057" r:id="rId10"/>
    <p:sldId id="2146847056" r:id="rId11"/>
    <p:sldId id="2146847058" r:id="rId12"/>
    <p:sldId id="267" r:id="rId13"/>
    <p:sldId id="268" r:id="rId14"/>
    <p:sldId id="2146847055" r:id="rId15"/>
    <p:sldId id="269" r:id="rId16"/>
    <p:sldId id="25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C3D9CC-52A4-7BB9-5926-A17EAD909109}" v="32" dt="2024-12-19T12:09:51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52" autoAdjust="0"/>
    <p:restoredTop sz="94660"/>
  </p:normalViewPr>
  <p:slideViewPr>
    <p:cSldViewPr snapToGrid="0">
      <p:cViewPr varScale="1">
        <p:scale>
          <a:sx n="81" d="100"/>
          <a:sy n="81" d="100"/>
        </p:scale>
        <p:origin x="744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30-09-2025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9/30/2025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9/30/2025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9/30/2025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9/30/2025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9/30/2025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Smart study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529" y="4586365"/>
            <a:ext cx="7980183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Akhil Singh </a:t>
            </a: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938"/>
            <a:ext cx="11019020" cy="52390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  <a:r>
              <a:rPr lang="en-US" sz="2000" dirty="0">
                <a:latin typeface="Arial"/>
                <a:ea typeface="+mn-lt"/>
                <a:cs typeface="Arial"/>
              </a:rPr>
              <a:t>(Should not include solution)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Calibri"/>
              </a:rPr>
              <a:t>System </a:t>
            </a:r>
            <a:r>
              <a:rPr lang="en-US" sz="2000" b="1" dirty="0">
                <a:latin typeface="Arial"/>
                <a:ea typeface="+mn-lt"/>
                <a:cs typeface="+mn-lt"/>
              </a:rPr>
              <a:t>Development Approach </a:t>
            </a:r>
            <a:r>
              <a:rPr lang="en-US" sz="2000" dirty="0">
                <a:latin typeface="Arial"/>
                <a:ea typeface="+mn-lt"/>
                <a:cs typeface="+mn-lt"/>
              </a:rPr>
              <a:t>(Technology Used) </a:t>
            </a:r>
            <a:endParaRPr lang="en-US" dirty="0">
              <a:latin typeface="Arial"/>
              <a:ea typeface="+mn-lt"/>
              <a:cs typeface="+mn-lt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+mn-lt"/>
              </a:rPr>
              <a:t>Algorithm &amp; Deployment (Step by Step  Procedure) </a:t>
            </a:r>
            <a:endParaRPr lang="en-US" dirty="0">
              <a:latin typeface="Arial"/>
              <a:cs typeface="Calibri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Result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Conclusion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Future Scope(Optional)</a:t>
            </a:r>
          </a:p>
          <a:p>
            <a:pPr marL="305435" indent="-305435"/>
            <a:r>
              <a:rPr lang="en-US" sz="2000" b="1" dirty="0">
                <a:latin typeface="Arial"/>
                <a:ea typeface="+mn-lt"/>
                <a:cs typeface="Arial"/>
              </a:rPr>
              <a:t>References</a:t>
            </a:r>
            <a:endParaRPr lang="en-US" dirty="0">
              <a:latin typeface="Arial"/>
              <a:cs typeface="Arial"/>
            </a:endParaRPr>
          </a:p>
          <a:p>
            <a:pPr marL="305435" indent="-305435"/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6FA226B-B793-1ABD-FBA7-D34D3073B2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961034"/>
            <a:ext cx="9915278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Students face significant challenges in academic organization and productivity: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Scheduling Difficulties: Students struggle to organize study schedules effectively across 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multiple subjects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Task Tracking Issues: Lack of systematic approach to track academic assignments and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deadlines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Priority Management: Difficulty in prioritizing tasks based on urgency and importance levels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Progress Visibility: No clear visual representation of study progress and time allocation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Productivity Tools: Limited access to integrated tools for focused study session management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Comprehensive Solution Need: Requirement for a unified platform combining task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management with productivity features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47B10D-BA02-E027-46A1-3EB9B387A4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1792028"/>
            <a:ext cx="7061549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 Technologies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Structure of the webpage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Styling and responsive layouts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Dynamic interactivity (cart, filtering, total calculation)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Approach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 and user-friendly interface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Mobile-responsive design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Modular separation of HTML, CSS, and JS files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A13D4AF-BC64-937B-E983-E2F50E4F34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3" y="1353453"/>
            <a:ext cx="11610808" cy="45704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AutoNum type="arabicPeriod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Application Initialization: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   Load sample data and configure event listeners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   Initialize theme preferences and user settings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2. Task Management System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Implement CRUD operations with data validation 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Create task filtering and sorting algorithms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3. Calendar Integration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Generate dynamic calendar views with task visualization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Calculate date-based task distributions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4. Productivity Timer 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Build Pomodoro timer with session state management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Track study sessions and break intervals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5. User Interface .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Create responsive layouts with CSS Grid and Flexbox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6. Progress Tracking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Implement theme switching with CSS variable manipulation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dirty="0">
                <a:solidFill>
                  <a:schemeClr val="tx1"/>
                </a:solidFill>
                <a:latin typeface="Arial" panose="020B0604020202020204" pitchFamily="34" charset="0"/>
              </a:rPr>
              <a:t> Calculate completion percentages and statistics 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44BB4-E3F9-4079-512D-FD77ED16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20EF4B-7D15-69F8-ACDC-13EB4A53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Deployment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6DAB639-BDB4-83FB-C4D0-8D836F868D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1687594"/>
            <a:ext cx="1161080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Deployment: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The project is deployed using GitHub Pages, leveraging GitHub's hosting capabilities to serve the application directly from the repository.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797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20F19-3232-FCD0-E48F-6210A7E81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230409-939A-60F3-342F-342F13F94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 (Mobile version)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BE642F-C3D0-4B7A-8D8A-3804B8286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305435" indent="-305435"/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EE0F97-4C4A-9686-E7BA-042FA06EE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331" y="1211269"/>
            <a:ext cx="2796940" cy="53616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C00EE9-91EF-5A60-C516-69840736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656" y="1211269"/>
            <a:ext cx="2702674" cy="53616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F6D1CD-F83B-2B47-64D3-68CDD1CFA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271" y="1211269"/>
            <a:ext cx="2704974" cy="53616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D08CCF0-0400-137A-F4B1-123C30789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7244" y="1211269"/>
            <a:ext cx="2535811" cy="5361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15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E3493-C2F7-7973-2828-C2B322386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5D0028-ADFE-1D39-4D03-3DA7AF35B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 (desktop version)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304344-8CDC-DF26-A9CF-27A794781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305435" indent="-305435"/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9F4CB-6840-C0A2-B7FA-C5AF0C39B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017" y="1302024"/>
            <a:ext cx="3418731" cy="22235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05DF03-F7CB-667F-5560-530AC8BAE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19" y="1302025"/>
            <a:ext cx="3953065" cy="222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7D7689-BD6A-E684-E3C8-E4F1C492F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257" y="1302024"/>
            <a:ext cx="3953065" cy="22235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8FDA9-813D-A357-E3A4-BF00A4B87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619" y="3793128"/>
            <a:ext cx="4298445" cy="23627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1DF493-D0F1-F7F3-C373-716675FE0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87292" y="3785143"/>
            <a:ext cx="4298445" cy="236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21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GITHUB AND DEPLOYMNET LINK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04455-6802-6CA9-8475-2F6DD1B8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05435" indent="-305435"/>
            <a:r>
              <a:rPr lang="en-US" sz="2800" b="1" dirty="0"/>
              <a:t>Attach your </a:t>
            </a:r>
            <a:r>
              <a:rPr lang="en-US" sz="2800" b="1" dirty="0" err="1"/>
              <a:t>Github</a:t>
            </a:r>
            <a:r>
              <a:rPr lang="en-US" sz="2800" b="1" dirty="0"/>
              <a:t> Link : https://github.com/akhilsingh12004/Study-planner</a:t>
            </a:r>
          </a:p>
          <a:p>
            <a:pPr marL="305435" indent="-305435"/>
            <a:r>
              <a:rPr lang="en-US" sz="2800" b="1" dirty="0">
                <a:ea typeface="+mn-lt"/>
                <a:cs typeface="+mn-lt"/>
              </a:rPr>
              <a:t>Deployment link: https://akhilsingh12004.github.io/Study-planner/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E90F0D3-BDEA-0292-92F3-78C774C3D8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3038524"/>
            <a:ext cx="1151339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The Smart Study Planner successfully transforms the challenge of academic organization into an intuitive, web based solution.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This project demonstrates the effective use of modern web technologies to create a practical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application that directly addresses student productivity needs.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 dirty="0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34F224-4AA0-CB45-7156-5485779AB0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1192" y="1332927"/>
            <a:ext cx="9547550" cy="46115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Advanced Features: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Cloud Synchronization: Implement backend services for cross-device data sync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Collaborative Study: Multi-user support for group study sessions and shared tasks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AI-Powered Recommendations: Smart task prioritization based on user patterns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Integration APIs: Connect with popular calendar applications (Google Calendar, Outlook)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Mobile Application: Native iOS and Android apps for enhanced mobile experience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Analytics &amp; Insights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Study Pattern Analysis: Generate detailed reports on study habits and productivity trends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Performance Metrics: Advanced statistics and goal-setting features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Time Tracking: Comprehensive time allocation analysis across subjects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Productivity Insights: Data-driven suggestions for improving study efficiency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C38BC-22B3-37B2-E0C3-812020A76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Mozilla Developer Network (MDN) - HTML5, CSS3, and JavaScript documentation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World Wide Web Consortium (W3C) - Web standards and specifications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IBM skill build web development Fundamentals.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Browser Developer Tools Documentation - Debugging and testing resources</a:t>
            </a:r>
          </a:p>
          <a:p>
            <a:pPr marL="0" indent="0" fontAlgn="base">
              <a:buNone/>
            </a:pPr>
            <a:endParaRPr lang="en-IN" dirty="0"/>
          </a:p>
          <a:p>
            <a:pPr marL="0" indent="0">
              <a:buNone/>
            </a:pPr>
            <a:br>
              <a:rPr lang="en-IN" dirty="0"/>
            </a:b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c0fa2617-96bd-425d-8578-e93563fe37c5"/>
    <ds:schemaRef ds:uri="9162bd5b-4ed9-4da3-b376-05204580ba3f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347</TotalTime>
  <Words>555</Words>
  <Application>Microsoft Office PowerPoint</Application>
  <PresentationFormat>Widescreen</PresentationFormat>
  <Paragraphs>84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Franklin Gothic Book</vt:lpstr>
      <vt:lpstr>Franklin Gothic Demi</vt:lpstr>
      <vt:lpstr>Wingdings</vt:lpstr>
      <vt:lpstr>Wingdings 2</vt:lpstr>
      <vt:lpstr>DividendVTI</vt:lpstr>
      <vt:lpstr>Smart study planner</vt:lpstr>
      <vt:lpstr>OUTLINE</vt:lpstr>
      <vt:lpstr>Problem Statement</vt:lpstr>
      <vt:lpstr>System  Approach</vt:lpstr>
      <vt:lpstr>Algorithm </vt:lpstr>
      <vt:lpstr>Deployment</vt:lpstr>
      <vt:lpstr>Result (Mobile version)</vt:lpstr>
      <vt:lpstr>Result (desktop version)</vt:lpstr>
      <vt:lpstr>GITHUB AND DEPLOYMNET LINK</vt:lpstr>
      <vt:lpstr>Conclusion</vt:lpstr>
      <vt:lpstr>PowerPoint Presentation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Akhil Singh</cp:lastModifiedBy>
  <cp:revision>49</cp:revision>
  <dcterms:created xsi:type="dcterms:W3CDTF">2021-05-26T16:50:10Z</dcterms:created>
  <dcterms:modified xsi:type="dcterms:W3CDTF">2025-09-30T18:02:16Z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