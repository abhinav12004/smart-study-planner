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5" r:id="rId8"/>
    <p:sldId id="266" r:id="rId9"/>
    <p:sldId id="2146847057" r:id="rId10"/>
    <p:sldId id="2146847058" r:id="rId11"/>
    <p:sldId id="267" r:id="rId12"/>
    <p:sldId id="268" r:id="rId13"/>
    <p:sldId id="2146847055" r:id="rId14"/>
    <p:sldId id="269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>
        <p:scale>
          <a:sx n="75" d="100"/>
          <a:sy n="75" d="100"/>
        </p:scale>
        <p:origin x="970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inav12004/Smart-Study-Planner.git" TargetMode="External"/><Relationship Id="rId2" Type="http://schemas.openxmlformats.org/officeDocument/2006/relationships/hyperlink" Target="vscode-file://vscode-app/c:/Users/abhia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study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Abhinav Pandey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Scope(Optional)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6FA226B-B793-1ABD-FBA7-D34D3073B2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961034"/>
            <a:ext cx="9915278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Students face significant challenges in academic organization and productivity: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Scheduling Difficulties: Students struggle to organize study schedules effectively across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multiple subjects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Task Tracking Issues: Lack of systematic approach to track academic assignments and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deadlines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Priority Management: Difficulty in prioritizing tasks based on urgency and importance levels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Progress Visibility: No clear visual representation of study progress and time allocation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Productivity Tools: Limited access to integrated tools for focused study session management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Comprehensive Solution Need: Requirement for a unified platform combining task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management with productivity features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47B10D-BA02-E027-46A1-3EB9B387A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792028"/>
            <a:ext cx="706154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Technologies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Structure of the webpage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Styling and responsive layouts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Dynamic interactivity (cart, filtering, total calculation)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user-friendly interface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Mobile-responsive design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separation of HTML, CSS, and JS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13D4AF-BC64-937B-E983-E2F50E4F3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1353453"/>
            <a:ext cx="11610808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Application Initialization: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   Load sample data and configure event listeners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   Initialize theme preferences and user settings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2. Task Management System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Implement CRUD operations with data validation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Create task filtering and sorting algorithms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3. Calendar Integration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Generate dynamic calendar views with task visualization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Calculate date-based task distributions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4. Productivity Timer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Build Pomodoro timer with session state management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Track study sessions and break intervals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5. User Interface 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Create responsive layouts with CSS Grid and Flexbox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6. Progress Tracking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Implement theme switching with CSS variable manipulation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Calculate completion percentages and statistics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44BB4-E3F9-4079-512D-FD77ED16D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20EF4B-7D15-69F8-ACDC-13EB4A53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Deployment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6DAB639-BDB4-83FB-C4D0-8D836F868D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687594"/>
            <a:ext cx="116108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Deployment: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project is deployed using GitHub Pages, leveraging GitHub's hosting capabilities to serve the application directly from the repository.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797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E3493-C2F7-7973-2828-C2B322386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5D0028-ADFE-1D39-4D03-3DA7AF35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 (desktop version)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304344-8CDC-DF26-A9CF-27A794781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305435" indent="-305435"/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9F4CB-6840-C0A2-B7FA-C5AF0C39B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017" y="1302024"/>
            <a:ext cx="3418731" cy="2223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05DF03-F7CB-667F-5560-530AC8BAE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19" y="1302025"/>
            <a:ext cx="3953065" cy="2223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7D7689-BD6A-E684-E3C8-E4F1C492F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257" y="1302024"/>
            <a:ext cx="3953065" cy="2223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48FDA9-813D-A357-E3A4-BF00A4B87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619" y="3793128"/>
            <a:ext cx="4298445" cy="23627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1DF493-D0F1-F7F3-C373-716675FE0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7292" y="3785143"/>
            <a:ext cx="4298445" cy="236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16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DEPLOYMNET LINK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 : </a:t>
            </a:r>
            <a:r>
              <a:rPr lang="en-IN" dirty="0">
                <a:hlinkClick r:id="rId2"/>
              </a:rPr>
              <a:t>https://github.com/Abhinav12004/Smart-Study-Planner</a:t>
            </a:r>
            <a:endParaRPr lang="en-US" sz="2800" b="1" dirty="0"/>
          </a:p>
          <a:p>
            <a:pPr marL="305435" indent="-305435"/>
            <a:r>
              <a:rPr lang="en-US" sz="2800" b="1" dirty="0">
                <a:ea typeface="+mn-lt"/>
                <a:cs typeface="+mn-lt"/>
              </a:rPr>
              <a:t>Deployment link: </a:t>
            </a:r>
            <a:r>
              <a:rPr lang="en-US" sz="2800" b="1" dirty="0">
                <a:ea typeface="+mn-lt"/>
                <a:cs typeface="+mn-lt"/>
                <a:hlinkClick r:id="rId3"/>
              </a:rPr>
              <a:t>https://github.com/Abhinav12004/Smart-Study-Planner.git</a:t>
            </a:r>
            <a:endParaRPr lang="en-US" sz="2800" b="1" dirty="0">
              <a:ea typeface="+mn-lt"/>
              <a:cs typeface="+mn-lt"/>
            </a:endParaRPr>
          </a:p>
          <a:p>
            <a:pPr marL="305435" indent="-305435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90F0D3-BDEA-0292-92F3-78C774C3D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038524"/>
            <a:ext cx="115133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Smart Study Planner successfully transforms the challenge of academic organization into an intuitive, web based solution.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This project demonstrates the effective use of modern web technologies to create a practical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application that directly addresses student productivity needs.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34F224-4AA0-CB45-7156-5485779AB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32927"/>
            <a:ext cx="9547550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Advanced Features: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Cloud Synchronization: Implement backend services for cross-device data sync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Collaborative Study: Multi-user support for group study sessions and shared tasks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AI-Powered Recommendations: Smart task prioritization based on user patterns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Integration APIs: Connect with popular calendar applications (Google Calendar, Outlook)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Mobile Application: Native iOS and Android apps for enhanced mobile experience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Analytics &amp; Insights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Study Pattern Analysis: Generate detailed reports on study habits and productivity trends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Performance Metrics: Advanced statistics and goal-setting features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Time Tracking: Comprehensive time allocation analysis across subjects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Productivity Insights: Data-driven suggestions for improving study efficiency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Mozilla Developer Network (MDN) - HTML5, CSS3, and JavaScript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World Wide Web Consortium (W3C) - Web standards and specifications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IBM skill build web development Fundamentals.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Browser Developer Tools Documentation - Debugging and testing resources</a:t>
            </a:r>
          </a:p>
          <a:p>
            <a:pPr marL="0" indent="0" fontAlgn="base">
              <a:buNone/>
            </a:pP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375</TotalTime>
  <Words>551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Smart study planner</vt:lpstr>
      <vt:lpstr>OUTLINE</vt:lpstr>
      <vt:lpstr>Problem Statement</vt:lpstr>
      <vt:lpstr>System  Approach</vt:lpstr>
      <vt:lpstr>Algorithm </vt:lpstr>
      <vt:lpstr>Deployment</vt:lpstr>
      <vt:lpstr>Result (desktop version)</vt:lpstr>
      <vt:lpstr>GITHUB AND DEPLOYMNET LINK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ABHINAV PANDEY</cp:lastModifiedBy>
  <cp:revision>50</cp:revision>
  <dcterms:created xsi:type="dcterms:W3CDTF">2021-05-26T16:50:10Z</dcterms:created>
  <dcterms:modified xsi:type="dcterms:W3CDTF">2025-10-01T17:48:02Z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